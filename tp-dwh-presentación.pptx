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D9DA-7EC4-858C-24F6-D93DBF18D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F97E7-7B29-03F3-E379-0F8A1FF97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983F8-0775-8535-9612-79F4FCD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C87C2-B546-2E47-63E6-26076047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6D48-C881-EEE8-9D57-A94298D3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16795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3D90-9867-34BE-0D58-8F357391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74E3B-E101-E2AB-E368-C7019DE04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457DA-BD6D-20F7-F605-D4F4CA6F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48049-71E2-4C1B-DDB4-59B71D34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97433-A6BB-9E34-A54A-505C33D7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99111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2B0C-F886-EAC5-2865-A9731882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633DE-D3CB-4FE6-8B9B-2403D3BBC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C92B8-56E9-6B81-EA41-1F5BD4FA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D7183-4AFB-CA08-D6E1-E8FE46BB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8FD7-0932-EE22-0E2C-C1922F72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261711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B0A4-398D-1D32-2AD2-0447E59D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025A-8FB1-5C4A-F7F9-4BC9D6E19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0BEEC-EA3B-FAE2-7D79-0C81E876C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985C7-1E71-B2F4-898A-DCAEB09E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B415C-9EF8-B9C3-E589-07952E66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59134-FBFC-ED21-9691-800509D6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39585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9028-5CC4-4A82-BF1E-F9639988D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78754-A3CA-36B1-F34F-785454501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5AA8-F4A3-E69E-D862-53A4DB5E9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4B032-0F25-3B9C-31C9-977A7E57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48ABF-856F-51F0-4A7C-12EB835D0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302FE-8907-1C90-E5BF-137728B7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FBF0A-187E-2D33-C701-9BEB92F9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4283F-366D-4C31-4E36-4AFB0235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409875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7781-F6A9-590E-C712-72C2202F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B6692-5A25-1303-201B-5469C546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9A406-45E0-39F6-DD84-50EC1506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DD00D-492A-597B-9D0D-9376307B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3835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399B1-21DC-E706-4C27-0209EA4B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302DA-B8AC-BC84-F527-5F6B5D80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57AB7-602B-7B27-2725-BC492CD2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66643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5C3C-CF51-E939-3826-2686C8ECC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C04C-61CA-2CF1-9271-1078C58AE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57C55-5F33-8474-18AB-9A88083D4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E46B2-F714-CF11-40CE-D7E787B8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57CB7-29F4-15B3-449F-DA2EE2ED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E42AC-06C2-4934-A3E0-DA4D596F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51599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D0E3-01F9-E7FC-BE6F-37F31B89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ABE97-D9BB-04CF-D2EC-B4689DF6D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0550F-D451-C369-6B06-E60297191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D4251-0BBB-5E3B-2AD7-CD17F8F7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FEF55-CDD1-6A09-0D01-DA405596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7B29E-8AE0-D0A1-79AC-0B4B4FB8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76898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77AC-1CAE-6D2F-25ED-F558E5B4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241C-D257-74EF-24DC-3991FC6EF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451D3-EF97-A8C7-BF29-1CF2E94C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82ED7-4ED5-F5EE-D994-B6B5569C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DBB8E-AEC1-77CA-32D2-8A5478FF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50217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932EC-F9A3-CA51-81CA-A7C5FB4FC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D3541-F082-A4C0-087C-1FC1E6BB0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28229-19EB-F6D5-48ED-A46D07F2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F780-1EE8-5D1F-DB40-531B342C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D48C9-EE2F-F740-F67E-AFE155AF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29165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D1166-CD32-EB78-2E4C-6C673F07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1EDF1-559C-8240-0E09-9C580E792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4C8FF-68D0-E411-1CC7-ABCB1C167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17101-C0E2-AA42-A7FB-F95668DBCD40}" type="datetimeFigureOut">
              <a:rPr lang="en-AR" smtClean="0"/>
              <a:t>04/12/2025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FA5E9-5E0C-DEFE-7051-E4FAAECA0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7F5E2-B598-981A-6CA6-4695B14C6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753A3-9461-0844-94FB-F80B3F730713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226615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0B20A0-5CA3-DB88-D408-F5FB76C59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R" dirty="0"/>
              <a:t>INTRO</a:t>
            </a:r>
          </a:p>
          <a:p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70403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6B0E8-AD99-42DF-3D79-7B53049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767F-EBCE-78B1-827F-FA059D4C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Doble click etapa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3D906-1347-A5BF-06BA-9D43AE04B107}"/>
              </a:ext>
            </a:extLst>
          </p:cNvPr>
          <p:cNvSpPr txBox="1"/>
          <p:nvPr/>
        </p:nvSpPr>
        <p:spPr>
          <a:xfrm>
            <a:off x="998483" y="1597572"/>
            <a:ext cx="10515600" cy="360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Analizamos</a:t>
            </a:r>
            <a:r>
              <a:rPr lang="en-US" dirty="0"/>
              <a:t> CSVs (</a:t>
            </a:r>
            <a:r>
              <a:rPr lang="en-US" dirty="0" err="1"/>
              <a:t>faltaba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table)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Pasamos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a snake case </a:t>
            </a:r>
            <a:endParaRPr lang="en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AR" dirty="0"/>
              <a:t>efinimos tipos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ACA MOSTRAMOS EL MODELO ENTIDAD RELACION NUEVO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R" dirty="0"/>
          </a:p>
          <a:p>
            <a:r>
              <a:rPr lang="en-AR" dirty="0"/>
              <a:t>HALLAZGOS CLAVE</a:t>
            </a: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employees.reports_to contiene valores NULL válidos (jefes sin supervisor) </a:t>
            </a:r>
            <a:r>
              <a:rPr lang="en-AR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</a:t>
            </a: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Justificado como “nulo permitido”.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orders.shipped_date con NULL para pedidos no enviados, los sacamos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Fechas en formato "YYYY-MM-DD HH:MM:SS" </a:t>
            </a:r>
            <a:r>
              <a:rPr lang="en-AR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</a:t>
            </a: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se corrigieron a “YYYY-MM-DD”.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Sin duplicados de PK en origen.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58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EB4E-4A61-49B4-92E0-294AC77F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Etapa 2 doble click</a:t>
            </a:r>
            <a:br>
              <a:rPr lang="en-AR" dirty="0"/>
            </a:b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10C64-3360-250D-3AAC-7EF01EBD8315}"/>
              </a:ext>
            </a:extLst>
          </p:cNvPr>
          <p:cNvSpPr txBox="1"/>
          <p:nvPr/>
        </p:nvSpPr>
        <p:spPr>
          <a:xfrm>
            <a:off x="998483" y="159757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MODELO ENTIDAD RELACION DE DWA Dim</a:t>
            </a:r>
          </a:p>
        </p:txBody>
      </p:sp>
    </p:spTree>
    <p:extLst>
      <p:ext uri="{BB962C8B-B14F-4D97-AF65-F5344CB8AC3E}">
        <p14:creationId xmlns:p14="http://schemas.microsoft.com/office/powerpoint/2010/main" val="162242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DBF8-513D-C31E-9ACD-014085D5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70D7-7060-737E-AE0D-9FFA2DD0E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Etapa 2 doble click</a:t>
            </a:r>
            <a:br>
              <a:rPr lang="en-AR" dirty="0"/>
            </a:b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FED8A5-6229-7B30-0F4C-956B6EDA9F05}"/>
              </a:ext>
            </a:extLst>
          </p:cNvPr>
          <p:cNvSpPr txBox="1"/>
          <p:nvPr/>
        </p:nvSpPr>
        <p:spPr>
          <a:xfrm>
            <a:off x="998483" y="1597572"/>
            <a:ext cx="10515600" cy="2258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QUALITY MARTS tabla con esto: </a:t>
            </a: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DQM_Processes: Registra cada corrida de validación.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DQM_Entities: Registra el resultado por tabla.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AR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DQM_Indicators: Registra cada indicador medido, su umbral y si pasó o falló.</a:t>
            </a:r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A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xplicamos verbalmente</a:t>
            </a:r>
          </a:p>
        </p:txBody>
      </p:sp>
    </p:spTree>
    <p:extLst>
      <p:ext uri="{BB962C8B-B14F-4D97-AF65-F5344CB8AC3E}">
        <p14:creationId xmlns:p14="http://schemas.microsoft.com/office/powerpoint/2010/main" val="213084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B5D8-97EB-EAA4-001D-53D83FB3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1EA5-2E9C-B24D-572B-AFF0887C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Etapa 3 doble click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B0276-E28A-2A1A-8ED5-4CDCAB20782A}"/>
              </a:ext>
            </a:extLst>
          </p:cNvPr>
          <p:cNvSpPr txBox="1"/>
          <p:nvPr/>
        </p:nvSpPr>
        <p:spPr>
          <a:xfrm>
            <a:off x="998483" y="1597572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INGESTA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ENCONTRAMOS UN CUSTOMER ID “XXXX” en la tabala de orders.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en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dropeamos.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Habia países q el nombre no matcheaba.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USA </a:t>
            </a:r>
            <a:r>
              <a:rPr lang="en-A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la data &gt;&gt; United States en WorldData (nuevo)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UK &gt;&gt; United Kingdom</a:t>
            </a:r>
            <a:endParaRPr lang="en-A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Ireland &gt; Republic of Ireland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A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ara esto armamos una tabla para poder actualizar del formato q vienen los datos a como esta en world data, no usando siglas.  </a:t>
            </a:r>
          </a:p>
        </p:txBody>
      </p:sp>
    </p:spTree>
    <p:extLst>
      <p:ext uri="{BB962C8B-B14F-4D97-AF65-F5344CB8AC3E}">
        <p14:creationId xmlns:p14="http://schemas.microsoft.com/office/powerpoint/2010/main" val="362139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383A-7374-36DF-4C74-9E704FCE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09FB-317E-E802-75D9-14F496D2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AR" dirty="0"/>
              <a:t>tapa 4 – Mart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94361-EF39-42DE-9A8C-CE5467228784}"/>
              </a:ext>
            </a:extLst>
          </p:cNvPr>
          <p:cNvSpPr txBox="1"/>
          <p:nvPr/>
        </p:nvSpPr>
        <p:spPr>
          <a:xfrm>
            <a:off x="998482" y="1597572"/>
            <a:ext cx="6484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AR" dirty="0"/>
              <a:t>xplicar publico y objetivo del mart, que datos tiene. </a:t>
            </a:r>
            <a:r>
              <a:rPr lang="en-US" dirty="0"/>
              <a:t>Q</a:t>
            </a:r>
            <a:r>
              <a:rPr lang="en-AR" dirty="0"/>
              <a:t>ue preguntas responde.</a:t>
            </a:r>
          </a:p>
          <a:p>
            <a:endParaRPr lang="en-AR" dirty="0"/>
          </a:p>
          <a:p>
            <a:r>
              <a:rPr lang="en-US" dirty="0"/>
              <a:t>D</a:t>
            </a:r>
            <a:r>
              <a:rPr lang="en-AR" dirty="0"/>
              <a:t>e aca saltamos al dashboard y lo mostramos.</a:t>
            </a:r>
          </a:p>
        </p:txBody>
      </p:sp>
    </p:spTree>
    <p:extLst>
      <p:ext uri="{BB962C8B-B14F-4D97-AF65-F5344CB8AC3E}">
        <p14:creationId xmlns:p14="http://schemas.microsoft.com/office/powerpoint/2010/main" val="20762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2108-2530-CE70-65A5-6CAC30B43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</a:t>
            </a:r>
            <a:r>
              <a:rPr lang="en-AR" dirty="0"/>
              <a:t>racias!</a:t>
            </a:r>
          </a:p>
        </p:txBody>
      </p:sp>
    </p:spTree>
    <p:extLst>
      <p:ext uri="{BB962C8B-B14F-4D97-AF65-F5344CB8AC3E}">
        <p14:creationId xmlns:p14="http://schemas.microsoft.com/office/powerpoint/2010/main" val="372755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264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Helvetica</vt:lpstr>
      <vt:lpstr>Symbol</vt:lpstr>
      <vt:lpstr>Times New Roman</vt:lpstr>
      <vt:lpstr>Office Theme</vt:lpstr>
      <vt:lpstr>PowerPoint Presentation</vt:lpstr>
      <vt:lpstr>Doble click etapa 1</vt:lpstr>
      <vt:lpstr>Etapa 2 doble click </vt:lpstr>
      <vt:lpstr>Etapa 2 doble click </vt:lpstr>
      <vt:lpstr>Etapa 3 doble click</vt:lpstr>
      <vt:lpstr>Etapa 4 – Mart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Giuliana Alvaro</dc:creator>
  <cp:lastModifiedBy>Giuliana Alvaro</cp:lastModifiedBy>
  <cp:revision>1</cp:revision>
  <dcterms:created xsi:type="dcterms:W3CDTF">2025-12-04T17:23:24Z</dcterms:created>
  <dcterms:modified xsi:type="dcterms:W3CDTF">2025-12-04T17:41:06Z</dcterms:modified>
</cp:coreProperties>
</file>